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0" r:id="rId13"/>
    <p:sldId id="347" r:id="rId14"/>
    <p:sldId id="348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93" d="100"/>
          <a:sy n="93" d="100"/>
        </p:scale>
        <p:origin x="91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10-03-2026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10-03-2026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Student Library Book Management Portal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Yuktha Alumuri</a:t>
            </a:r>
          </a:p>
          <a:p>
            <a:pPr marL="0" indent="0" algn="ctr">
              <a:buNone/>
            </a:pPr>
            <a:r>
              <a:rPr lang="en-US" sz="9600" dirty="0"/>
              <a:t>Student ID: 2520090093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Cluster:04</a:t>
            </a:r>
          </a:p>
          <a:p>
            <a:pPr marL="0" indent="0" algn="ctr">
              <a:buNone/>
            </a:pPr>
            <a:r>
              <a:rPr lang="en-US" sz="11200" dirty="0"/>
              <a:t>Section: 15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10-03-2026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err="1">
                <a:solidFill>
                  <a:srgbClr val="00B050"/>
                </a:solidFill>
              </a:rPr>
              <a:t>Surekha.P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422"/>
            <a:ext cx="10515600" cy="4430541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Trove — A Treasure of Books</a:t>
            </a:r>
            <a:r>
              <a:rPr lang="en-US" dirty="0"/>
              <a:t> project is a web-based </a:t>
            </a:r>
            <a:r>
              <a:rPr lang="en-US" b="1" dirty="0"/>
              <a:t>library management system</a:t>
            </a:r>
            <a:r>
              <a:rPr lang="en-US" dirty="0"/>
              <a:t> designed to simplify the management of books, students, and library activities. </a:t>
            </a:r>
          </a:p>
          <a:p>
            <a:r>
              <a:rPr lang="en-US" dirty="0"/>
              <a:t>The website provides separate interfaces for </a:t>
            </a:r>
            <a:r>
              <a:rPr lang="en-US" b="1" dirty="0"/>
              <a:t>admin and students</a:t>
            </a:r>
            <a:r>
              <a:rPr lang="en-US" dirty="0"/>
              <a:t>, allowing efficient handling of library operations such as adding books, managing student records, issuing and returning books, and viewing library statistics. </a:t>
            </a:r>
          </a:p>
          <a:p>
            <a:r>
              <a:rPr lang="en-US" dirty="0"/>
              <a:t>The system also includes features like </a:t>
            </a:r>
            <a:r>
              <a:rPr lang="en-US" b="1" dirty="0"/>
              <a:t>searching, filtering, notifications, book browsing, and student dashboards</a:t>
            </a:r>
            <a:r>
              <a:rPr lang="en-US" dirty="0"/>
              <a:t> to improve user experience.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339725" algn="just"/>
            <a:r>
              <a:rPr dirty="0"/>
              <a:t>Manual library management using registers</a:t>
            </a:r>
            <a:endParaRPr lang="en-US" dirty="0"/>
          </a:p>
          <a:p>
            <a:r>
              <a:rPr sz="2400" dirty="0"/>
              <a:t>Book issuing and returning takes more time</a:t>
            </a:r>
          </a:p>
          <a:p>
            <a:r>
              <a:rPr sz="2400" dirty="0"/>
              <a:t>Difficult to track available and issued books</a:t>
            </a:r>
          </a:p>
          <a:p>
            <a:r>
              <a:rPr sz="2400" dirty="0"/>
              <a:t>No automated notification for due dates</a:t>
            </a:r>
          </a:p>
          <a:p>
            <a:r>
              <a:rPr sz="2400" dirty="0"/>
              <a:t>Managing large number of books is difficult</a:t>
            </a:r>
          </a:p>
          <a:p>
            <a:r>
              <a:rPr sz="2400" dirty="0"/>
              <a:t>Risk of data loss or record errors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Web based library management portal</a:t>
            </a:r>
            <a:endParaRPr lang="en-US" dirty="0"/>
          </a:p>
          <a:p>
            <a:r>
              <a:t>Automated book issue and return process</a:t>
            </a:r>
          </a:p>
          <a:p>
            <a:r>
              <a:t>Admin can manage books and student records</a:t>
            </a:r>
          </a:p>
          <a:p>
            <a:r>
              <a:t>Students can search and browse books easily</a:t>
            </a:r>
          </a:p>
          <a:p>
            <a:r>
              <a:t>Notification system for due dates</a:t>
            </a:r>
          </a:p>
          <a:p>
            <a:r>
              <a:t>Dashboard for library statistics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475AEF0-E0DD-F050-92C7-36BA021DB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0270" y="1229964"/>
            <a:ext cx="6631460" cy="49469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Authentication Module – Admin and student login</a:t>
            </a:r>
            <a:endParaRPr lang="en-US" dirty="0"/>
          </a:p>
          <a:p>
            <a:r>
              <a:t>Admin Module – Manage books and student records</a:t>
            </a:r>
          </a:p>
          <a:p>
            <a:r>
              <a:t>Book Management – Add edit delete books</a:t>
            </a:r>
          </a:p>
          <a:p>
            <a:r>
              <a:t>Issue and Return Module – Track book transactions</a:t>
            </a:r>
          </a:p>
          <a:p>
            <a:r>
              <a:t>Search Module – Search books by title or author</a:t>
            </a:r>
          </a:p>
          <a:p>
            <a:r>
              <a:t>Notification Module – Alerts for due dates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Digitize library management operations</a:t>
            </a:r>
            <a:endParaRPr lang="en-US" dirty="0"/>
          </a:p>
          <a:p>
            <a:r>
              <a:t>Reduce manual work and paperwork</a:t>
            </a:r>
          </a:p>
          <a:p>
            <a:r>
              <a:t>Provide quick access to book information</a:t>
            </a:r>
          </a:p>
          <a:p>
            <a:r>
              <a:t>Improve tracking of issued and available books</a:t>
            </a:r>
          </a:p>
          <a:p>
            <a:r>
              <a:t>Enhance user experience for students and admin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8C8C486-13F3-7604-EA2B-C169BFEE1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214" y="1690688"/>
            <a:ext cx="5426925" cy="409771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0C74B5-0A17-88D2-2D13-511ED5028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469" y="1690688"/>
            <a:ext cx="6101531" cy="403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TROVE simplifies library management activities</a:t>
            </a:r>
            <a:endParaRPr lang="en-US" dirty="0"/>
          </a:p>
          <a:p>
            <a:r>
              <a:t>Reduces manual work and improves accuracy</a:t>
            </a:r>
          </a:p>
          <a:p>
            <a:r>
              <a:t>Provides easy access to library resources</a:t>
            </a:r>
          </a:p>
          <a:p>
            <a:r>
              <a:t>Improves efficiency for admin and students</a:t>
            </a:r>
          </a:p>
          <a:p>
            <a:r>
              <a:t>System can be enhanced with database integration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9DDD4E2-FFF4-DBFE-A0A4-49D3F821B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29200"/>
            <a:ext cx="3875714" cy="460105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6E09C1-9EBD-210B-8B70-1AE6F8285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514520"/>
            <a:ext cx="4114800" cy="46010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6FE0BF-AD40-EAD1-4C32-0B30E8C27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714" y="1514521"/>
            <a:ext cx="4201486" cy="460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3908</TotalTime>
  <Words>556</Words>
  <Application>Microsoft Office PowerPoint</Application>
  <PresentationFormat>Widescreen</PresentationFormat>
  <Paragraphs>124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Google Sans</vt:lpstr>
      <vt:lpstr>Office Theme</vt:lpstr>
      <vt:lpstr>Custom Design</vt:lpstr>
      <vt:lpstr>INSTRUCTIONS</vt:lpstr>
      <vt:lpstr>Title: Student Library Book Management Portal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Screenshots for FWD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yukthareddy alumuri</cp:lastModifiedBy>
  <cp:revision>57</cp:revision>
  <dcterms:created xsi:type="dcterms:W3CDTF">2022-05-20T10:20:31Z</dcterms:created>
  <dcterms:modified xsi:type="dcterms:W3CDTF">2026-03-10T03:15:11Z</dcterms:modified>
</cp:coreProperties>
</file>